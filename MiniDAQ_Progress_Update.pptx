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8470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WADHWANI ELECTRONICS LAB    ·    EE 214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86968" y="221284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Mini-DAQ — Progress Update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changed since the last review — the HLS FFT is built, verified, and packaged; the build has crossed from algorithm work into system integration.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4400" y="4480560"/>
            <a:ext cx="3383280" cy="0"/>
          </a:xfrm>
          <a:prstGeom prst="line">
            <a:avLst/>
          </a:prstGeom>
          <a:noFill/>
          <a:ln w="12700">
            <a:solidFill>
              <a:srgbClr val="2A3E5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669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Jaivardhan Jain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97103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Research Intern — Wadhwani Electronics Lab, IIT Bombay    ·    Progress update, Day 9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LAST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“FFT to synthesize” to “FFT done”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2139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9431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783080"/>
            <a:ext cx="6062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FFT: synthesized → shipped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98448" y="2093976"/>
            <a:ext cx="6062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review it was still to be synthesized and accuracy-checked. Now built, verified 4/4, and packaged as an AXI-Stream IP.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89504"/>
            <a:ext cx="457200" cy="457200"/>
          </a:xfrm>
          <a:prstGeom prst="ellipse">
            <a:avLst/>
          </a:prstGeom>
          <a:solidFill>
            <a:srgbClr val="2139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003804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843784"/>
            <a:ext cx="6062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unknown — resolved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98448" y="3154680"/>
            <a:ext cx="6062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FFT accuracy was the flagged risk. Measured error ~1e-4; Q5.15 format chosen (Q1.15 would overflow). Risk retired.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950208"/>
            <a:ext cx="457200" cy="457200"/>
          </a:xfrm>
          <a:prstGeom prst="ellipse">
            <a:avLst/>
          </a:prstGeom>
          <a:solidFill>
            <a:srgbClr val="21395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06450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904488"/>
            <a:ext cx="6062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Optimized, not just working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98448" y="4215384"/>
            <a:ext cx="6062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baseline 90 DSP (100% of the chip) → Q5.15 12 DSP (13%). Stream interval cut 113 → 20 cycles.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21395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5125212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4965192"/>
            <a:ext cx="6062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path locked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98448" y="5276088"/>
            <a:ext cx="6062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a MicroBlaze SoC; the XADC + UART blocks reuse existing hand-written VHDL controllers.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818120" y="1719072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17293D"/>
          </a:solidFill>
          <a:ln/>
        </p:spPr>
      </p:sp>
      <p:sp>
        <p:nvSpPr>
          <p:cNvPr id="21" name="Text 15"/>
          <p:cNvSpPr/>
          <p:nvPr/>
        </p:nvSpPr>
        <p:spPr>
          <a:xfrm>
            <a:off x="8119872" y="1938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119872" y="2432304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has crossed from algorithm work into system integration. The hardest technical piece — the FFT — is done and verified. What remains is wiring, embedded software, and board bring-up.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8119872" y="5029200"/>
            <a:ext cx="3154680" cy="0"/>
          </a:xfrm>
          <a:prstGeom prst="line">
            <a:avLst/>
          </a:prstGeom>
          <a:noFill/>
          <a:ln w="12700">
            <a:solidFill>
              <a:srgbClr val="2A3E56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119872" y="51937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~55%    ·    Project: ~45%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last review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FFT   ·   COMPLETED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FFT is done — verified and optimized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active engineering block from the last review is finished: built as a dataflow kernel, verified against the golden model, tuned to fixed-point, and packaged as an IP.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2139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5831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2423160"/>
            <a:ext cx="6062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98448" y="2734056"/>
            <a:ext cx="6062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csim + cosim both 4/4 vs the Python golden vectors — the generated RTL matches the C, cycle-accurate.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2139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6804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3520440"/>
            <a:ext cx="6062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nailed down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98448" y="3831336"/>
            <a:ext cx="6062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Q5.15 (ap_fixed&lt;20,5&gt;): the 5 integer bits hold FFT bit-growth; Q1.15 would overflow at the DC bin. Peak error ~1e-4.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21395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77774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4617720"/>
            <a:ext cx="6062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+ throughput win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98448" y="4928616"/>
            <a:ext cx="6062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Float→fixed cut DSP 90→12 (13% of the chip); a dataflow region cut the stream interval 113→20 cycles.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818120" y="1572768"/>
            <a:ext cx="3749040" cy="4370832"/>
          </a:xfrm>
          <a:prstGeom prst="roundRect">
            <a:avLst>
              <a:gd name="adj" fmla="val 1951"/>
            </a:avLst>
          </a:prstGeom>
          <a:solidFill>
            <a:srgbClr val="17293D"/>
          </a:solidFill>
          <a:ln/>
        </p:spPr>
      </p:sp>
      <p:sp>
        <p:nvSpPr>
          <p:cNvPr id="18" name="Text 13"/>
          <p:cNvSpPr/>
          <p:nvPr/>
        </p:nvSpPr>
        <p:spPr>
          <a:xfrm>
            <a:off x="8119872" y="17922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FFT COMPLETE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119872" y="2286000"/>
            <a:ext cx="3246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DSP / 1629 LUT / 1937 FF — 13% of the XC7A35T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151.77 MHz (target 100 MHz)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113 / interval 20 cycles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AXI-Stream IP (fft_axis 1.0)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119872" y="5138928"/>
            <a:ext cx="3154680" cy="0"/>
          </a:xfrm>
          <a:prstGeom prst="line">
            <a:avLst/>
          </a:prstGeom>
          <a:noFill/>
          <a:ln w="12700">
            <a:solidFill>
              <a:srgbClr val="2A3E5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119872" y="5303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verified, synthesized, exported — done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FFT — completed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FFT   ·   INTERFACE &amp; THROUGHPUT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array ports to a free-running stream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“it synthesizes”: the verified core was re-interfaced for the DAQ pipeline and tuned so frames flow continuously.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2971800"/>
          </a:xfrm>
          <a:prstGeom prst="roundRect">
            <a:avLst>
              <a:gd name="adj" fmla="val 2462"/>
            </a:avLst>
          </a:prstGeom>
          <a:solidFill>
            <a:srgbClr val="17293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7432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18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 → 20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36393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interval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4041648"/>
            <a:ext cx="2935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5.6× throughput — made fft_axis a dataflow region so read / compute / write overlap.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5404" y="2331720"/>
            <a:ext cx="3520440" cy="2971800"/>
          </a:xfrm>
          <a:prstGeom prst="roundRect">
            <a:avLst>
              <a:gd name="adj" fmla="val 2462"/>
            </a:avLst>
          </a:prstGeom>
          <a:solidFill>
            <a:srgbClr val="17293D"/>
          </a:solidFill>
          <a:ln/>
        </p:spPr>
      </p:sp>
      <p:sp>
        <p:nvSpPr>
          <p:cNvPr id="10" name="Text 8"/>
          <p:cNvSpPr/>
          <p:nvPr/>
        </p:nvSpPr>
        <p:spPr>
          <a:xfrm>
            <a:off x="4421124" y="27432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18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40-bit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421124" y="36393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AXI-Stream TDATA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8012" y="4041648"/>
            <a:ext cx="2935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complex Q5.15 sample per beat; TLAST marks each 16-point frame.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0728" y="2331720"/>
            <a:ext cx="3520440" cy="2971800"/>
          </a:xfrm>
          <a:prstGeom prst="roundRect">
            <a:avLst>
              <a:gd name="adj" fmla="val 2462"/>
            </a:avLst>
          </a:prstGeom>
          <a:solidFill>
            <a:srgbClr val="1729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56448" y="274320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18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ap_ctrl_none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156448" y="36393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free-running control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03336" y="4041648"/>
            <a:ext cx="29352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data-driven, no start/done handshake — ideal for a continuous XADC feed.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verified core, re-wrapped: streamed, made free-running, and exported to the Vivado IP catalog — still cosim-clean 4/4.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FFT — interface &amp; throughput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MINI-DAQ   ·   PLAN CHANGES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 in the plan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17293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CHANGES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487168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Hand-RTL FFT → optional stretch — other RTL projects already cover that ground; not required for the portfolio.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HLS FFT IP is now THE system FFT — no dual-track dependency.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format corrected Q1.15 → Q5.15 for bit-growth headroom.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17293D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LOCKED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487168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via a MicroBlaze SoC — chosen to enable Phase-4 SPI-flash standalone boot.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XADC + UART: reuse the existing hand-written VHDL controllers (verify, don’t rebuild).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free-running FFT streams to MicroBlaze over AXI (DMA or AXI-Stream FIFO).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changes &amp; decisions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MINI-DAQ   ·   CURRENT 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Phase 1 stands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18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~55%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76656" y="2971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Phase 1 complete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~45%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76656" y="4663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entire 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783080"/>
            <a:ext cx="7406640" cy="4297680"/>
          </a:xfrm>
          <a:prstGeom prst="roundRect">
            <a:avLst>
              <a:gd name="adj" fmla="val 1702"/>
            </a:avLst>
          </a:prstGeom>
          <a:solidFill>
            <a:srgbClr val="17293D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01168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2340864"/>
            <a:ext cx="6720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 + test vectors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FFT — verified (csim+cosim 4/4), Q5.15, AXI-Stream, IP exported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3099816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TO VERIFY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3429000"/>
            <a:ext cx="6720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XADC controller (VHDL)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controller (VHDL)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4187952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4517136"/>
            <a:ext cx="67208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MicroBlaze integration + glue (AXI wrappers, XADC→AXIS, DMA/FIFO)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 — frame &amp; stream results over UART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visualization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end-to-end bring-up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MINI-DAQ   ·  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system integration bring-up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0" cy="4160520"/>
          </a:xfrm>
          <a:prstGeom prst="roundRect">
            <a:avLst>
              <a:gd name="adj" fmla="val 1758"/>
            </a:avLst>
          </a:prstGeom>
          <a:solidFill>
            <a:srgbClr val="17293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487168"/>
            <a:ext cx="5074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existing XADC &amp; UART VHDL controllers in simulation.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MicroBlaze block design with the FFT IP.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glue: AXI wrappers for the controllers, XADC→AXIS adapter, DMA/FIFO path.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XADC → FFT → MicroBlaze → UART; software formats and streams each frame.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29400" y="1783080"/>
            <a:ext cx="4937760" cy="4160520"/>
          </a:xfrm>
          <a:prstGeom prst="roundRect">
            <a:avLst>
              <a:gd name="adj" fmla="val 1758"/>
            </a:avLst>
          </a:prstGeom>
          <a:solidFill>
            <a:srgbClr val="1D3049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0" y="2011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UNKNOWN — UPDATED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0" y="2505456"/>
            <a:ext cx="4297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FFT-accuracy risk is retired. The new unknown is integration: attaching the custom VHDL controllers to the AXI fabric, and the first on-board bring-up — clocking, handshakes, and byte framing.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5029200"/>
            <a:ext cx="4297680" cy="0"/>
          </a:xfrm>
          <a:prstGeom prst="line">
            <a:avLst/>
          </a:prstGeom>
          <a:noFill/>
          <a:ln w="12700">
            <a:solidFill>
              <a:srgbClr val="2A3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51937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Blocker: the XADC / UART VHDL sources still need adding to rtl/.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1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Updated roadmap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7293D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76272"/>
            <a:ext cx="502920" cy="502920"/>
          </a:xfrm>
          <a:prstGeom prst="ellipse">
            <a:avLst/>
          </a:prstGeom>
          <a:solidFill>
            <a:srgbClr val="2139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302002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0120" y="2926080"/>
            <a:ext cx="2880360" cy="0"/>
          </a:xfrm>
          <a:prstGeom prst="line">
            <a:avLst/>
          </a:prstGeom>
          <a:noFill/>
          <a:ln w="12700">
            <a:solidFill>
              <a:srgbClr val="2A3E5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3154680"/>
            <a:ext cx="280720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FFT — verified 4/4, Q5.15, AXI-Stream, IP exported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 + test vectors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JTAG verification pipeline (prior work)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5404" y="182880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7293D"/>
          </a:solidFill>
          <a:ln/>
        </p:spPr>
      </p:sp>
      <p:sp>
        <p:nvSpPr>
          <p:cNvPr id="11" name="Shape 8"/>
          <p:cNvSpPr/>
          <p:nvPr/>
        </p:nvSpPr>
        <p:spPr>
          <a:xfrm>
            <a:off x="4695444" y="2176272"/>
            <a:ext cx="502920" cy="502920"/>
          </a:xfrm>
          <a:prstGeom prst="ellipse">
            <a:avLst/>
          </a:prstGeom>
          <a:solidFill>
            <a:srgbClr val="2139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174" y="2302002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35524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695444" y="2926080"/>
            <a:ext cx="2880360" cy="0"/>
          </a:xfrm>
          <a:prstGeom prst="line">
            <a:avLst/>
          </a:prstGeom>
          <a:noFill/>
          <a:ln w="12700">
            <a:solidFill>
              <a:srgbClr val="2A3E5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41164" y="3154680"/>
            <a:ext cx="280720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MicroBlaze SoC integration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XADC + UART VHDL controllers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wiring (~55%)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10728" y="182880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7293D"/>
          </a:solidFill>
          <a:ln/>
        </p:spPr>
      </p:sp>
      <p:sp>
        <p:nvSpPr>
          <p:cNvPr id="17" name="Shape 13"/>
          <p:cNvSpPr/>
          <p:nvPr/>
        </p:nvSpPr>
        <p:spPr>
          <a:xfrm>
            <a:off x="8430768" y="2176272"/>
            <a:ext cx="502920" cy="502920"/>
          </a:xfrm>
          <a:prstGeom prst="ellipse">
            <a:avLst/>
          </a:prstGeom>
          <a:solidFill>
            <a:srgbClr val="21395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498" y="2302002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70848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430768" y="2926080"/>
            <a:ext cx="2880360" cy="0"/>
          </a:xfrm>
          <a:prstGeom prst="line">
            <a:avLst/>
          </a:prstGeom>
          <a:noFill/>
          <a:ln w="12700">
            <a:solidFill>
              <a:srgbClr val="2A3E5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476488" y="3154680"/>
            <a:ext cx="280720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demo: XADC→FFT→UART→Python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SPI-flash standalone boot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B0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hand-RTL FFT + RTL-vs-HLS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2026-07-16T19:04:23Z</dcterms:created>
  <dcterms:modified xsi:type="dcterms:W3CDTF">2026-07-16T19:04:23Z</dcterms:modified>
</cp:coreProperties>
</file>